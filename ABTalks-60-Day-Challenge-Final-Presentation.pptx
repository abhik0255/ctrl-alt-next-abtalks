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49" y="1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0525" y="4762351"/>
            <a:ext cx="1724025" cy="409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050" y="4762351"/>
            <a:ext cx="1876425" cy="409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95500" y="1686073"/>
            <a:ext cx="800100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0A5FA"/>
                </a:solidFill>
                <a:latin typeface="Outfit SemiBold"/>
              </a:rPr>
              <a:t>PROBLEM STATEMENT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95500" y="2114698"/>
            <a:ext cx="8001000" cy="754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sz="5400" b="1" i="0" u="none">
                <a:solidFill>
                  <a:srgbClr val="F8FAFC"/>
                </a:solidFill>
                <a:latin typeface="Outfit"/>
              </a:rPr>
              <a:t>Redesigning ABTalks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059459"/>
            <a:ext cx="76200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94A3B8"/>
                </a:solidFill>
                <a:latin typeface="Inter"/>
              </a:rPr>
              <a:t>Reimagining the 60-Day Public Building Challenge Platform for modern developers.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076551"/>
            <a:ext cx="7620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A78BFA"/>
                </a:solidFill>
                <a:latin typeface="Inter Medium"/>
              </a:rPr>
              <a:t>Live Demo: </a:t>
            </a:r>
            <a:r>
              <a:rPr sz="1500" b="0" i="0" u="none">
                <a:solidFill>
                  <a:srgbClr val="F8FAFC"/>
                </a:solidFill>
                <a:latin typeface="Inter Medium"/>
              </a:rPr>
              <a:t>ctrl-alt-next-abtalks.vercel.app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8650" y="4881413"/>
            <a:ext cx="219075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3175" y="4881413"/>
            <a:ext cx="19050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1723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40518" y="435768"/>
            <a:ext cx="7710963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F8FAFC"/>
                </a:solidFill>
                <a:latin typeface="Outfit"/>
              </a:rPr>
              <a:t>The Situation &amp; Our Vision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80377F-ABC1-0601-FEEA-36ABAC13F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2597" y="2154803"/>
            <a:ext cx="6726803" cy="36257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671637"/>
            <a:ext cx="3422600" cy="441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625" y="1671637"/>
            <a:ext cx="3422600" cy="441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8225" y="1671637"/>
            <a:ext cx="3422600" cy="4419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2062162"/>
            <a:ext cx="609600" cy="609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1550" y="2900362"/>
            <a:ext cx="179022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F1F5F9"/>
                </a:solidFill>
                <a:latin typeface="Outfit SemiBold"/>
              </a:rPr>
              <a:t>Mobile-First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50" y="3424237"/>
            <a:ext cx="2641550" cy="2133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Designed for one-handed smartphone navigation with thumb-friendly touch targets. A high-contrast dark aesthetic strictly optimized for low-light, late-night screen time.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5150" y="2062162"/>
            <a:ext cx="609600" cy="609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75150" y="2900362"/>
            <a:ext cx="1780222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F1F5F9"/>
                </a:solidFill>
                <a:latin typeface="Outfit SemiBold"/>
              </a:rPr>
              <a:t>Fluid Motion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5150" y="3424237"/>
            <a:ext cx="2641550" cy="2133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Incorporated subtle hover effects, smooth spring transitions, and animated glowing accents. Micro-animations upon completing tasks trigger dopamine and boost retention.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8750" y="2062162"/>
            <a:ext cx="609600" cy="609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78750" y="2900362"/>
            <a:ext cx="2300287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F1F5F9"/>
                </a:solidFill>
                <a:latin typeface="Outfit SemiBold"/>
              </a:rPr>
              <a:t>Clear Hierarchy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8750" y="3424237"/>
            <a:ext cx="2641550" cy="2133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Clean, highly readable typography crafted for rapid scanning. Complex daily instructions are broken down visually so exhausted students know exactly what to do.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2050" y="2214562"/>
            <a:ext cx="2286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08500" y="2214562"/>
            <a:ext cx="3429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50200" y="2214562"/>
            <a:ext cx="2667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Outfit"/>
              </a:rPr>
              <a:t>Design Philosophy &amp; Visual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00337"/>
            <a:ext cx="5229225" cy="1333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098131"/>
            <a:ext cx="5229225" cy="1333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4" y="5470464"/>
            <a:ext cx="5229225" cy="1333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581025"/>
            <a:ext cx="5490686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Outfit"/>
              </a:rPr>
              <a:t>Screen 1: Landing Page (/)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9525"/>
            <a:ext cx="5800725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1025" y="1485900"/>
            <a:ext cx="5490686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60A5FA"/>
                </a:solidFill>
                <a:latin typeface="Outfit SemiBold"/>
              </a:rPr>
              <a:t>TRUST IN 5 SECONDS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2047875"/>
            <a:ext cx="52292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The first experience for a student who has never heard of ABTalks must exude trust, clarity, and motivation immediately.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9376" y="2744665"/>
            <a:ext cx="497062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F8FAFC"/>
                </a:solidFill>
                <a:latin typeface="Outfit"/>
              </a:rPr>
              <a:t>High-Impact Hero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376" y="3050930"/>
            <a:ext cx="47339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"Build your portfolio, one day at a time" — commanding value proposition.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376" y="4205287"/>
            <a:ext cx="497062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Outfit"/>
              </a:rPr>
              <a:t>3-Step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9375" y="4536830"/>
            <a:ext cx="47339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Clean visual breakdown: Start Day 1 → Build &amp; Share → Grow Portfolio.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376" y="5613888"/>
            <a:ext cx="497062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Outfit"/>
              </a:rPr>
              <a:t>Proof Over Streaks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851" y="5848350"/>
            <a:ext cx="47339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CBD5E1"/>
                </a:solidFill>
                <a:latin typeface="Inter"/>
              </a:rPr>
              <a:t>Focus shifted from empty streaks to generating 60 recruiter-ready artifacts.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81750" y="9525"/>
            <a:ext cx="5800725" cy="823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976437"/>
            <a:ext cx="522922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559421"/>
            <a:ext cx="52292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A frictionless home screen for logged-in students to track momentum and upcoming milestones at a single glance.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925" y="2850653"/>
            <a:ext cx="48863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Current Streak &amp; Standings: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Dynamic progress indicators showcasing daily commitment.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688853"/>
            <a:ext cx="48863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Today's Task Card: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Centralized highlight directing students instantly to their active challenge.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4527053"/>
            <a:ext cx="48863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Challenge Roadmap: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Visual timeline mapping completed days and locking future milestones.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5365253"/>
            <a:ext cx="48863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Gamified Achievements: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Visual rewards for maintaining consistency across weeks.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985962"/>
            <a:ext cx="5210175" cy="37909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903041"/>
            <a:ext cx="17145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741241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4579441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5417641"/>
            <a:ext cx="219075" cy="2000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Outfit"/>
              </a:rPr>
              <a:t>Screen 2: Student Dashboard (/dashboard)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324225"/>
            <a:ext cx="5229225" cy="1333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4848225"/>
            <a:ext cx="5229225" cy="1333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6372225"/>
            <a:ext cx="5229225" cy="1333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581025"/>
            <a:ext cx="5490686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Outfit"/>
              </a:rPr>
              <a:t>Screen 3: Challenge Day (/day/12)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0" y="9525"/>
            <a:ext cx="5800725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1025" y="2009775"/>
            <a:ext cx="5490686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60A5FA"/>
                </a:solidFill>
                <a:latin typeface="Outfit SemiBold"/>
              </a:rPr>
              <a:t>THE BUILDER'S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2571750"/>
            <a:ext cx="52292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A distraction-free, hyper-focused space dedicated solely to reading, building, and submitting daily proof-of-work.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514725"/>
            <a:ext cx="497062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Outfit"/>
              </a:rPr>
              <a:t>Structured Task Breakdown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857625"/>
            <a:ext cx="47339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Clear problem statement, expected output, and necessary technical resources.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5038725"/>
            <a:ext cx="497062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Outfit"/>
              </a:rPr>
              <a:t>Dual Proof-of-Work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5381625"/>
            <a:ext cx="47339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Seamless input cards tailored specifically for GitHub Repository URLs and LinkedIn Post URLs.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6562725"/>
            <a:ext cx="497062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Outfit"/>
              </a:rPr>
              <a:t>Interactive 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6905625"/>
            <a:ext cx="4733925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Animated success state validating the submission and instantly locking in the daily streak.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81750" y="9525"/>
            <a:ext cx="5800725" cy="845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976437"/>
            <a:ext cx="522922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052512"/>
            <a:ext cx="5490686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60A5FA"/>
                </a:solidFill>
                <a:latin typeface="Outfit SemiBold"/>
              </a:rPr>
              <a:t>Modern Web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224337"/>
            <a:ext cx="5490686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A78BFA"/>
                </a:solidFill>
                <a:latin typeface="Outfit SemiBold"/>
              </a:rPr>
              <a:t>Powered by Claude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1557337"/>
            <a:ext cx="48863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Next.js (App Router):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Chosen for ultra-fast page transitions and edge rendering capabilities.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2395537"/>
            <a:ext cx="48863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Tailwind CSS: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Highly polished custom styling combined with CSS keyframe animations.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233737"/>
            <a:ext cx="48863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Vercel: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Edge network deployment for lightning-fast mobile load times.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4729162"/>
            <a:ext cx="48863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Rapid Prototyping: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Leveraged Claude Code CLI to iterate swiftly on complex, responsive UI layouts.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5567362"/>
            <a:ext cx="48863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Design System Integrity: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Ensured uniform spacing tokens and accessible color contrast across all screens.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985962"/>
            <a:ext cx="5210175" cy="37909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1609725"/>
            <a:ext cx="219075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2447925"/>
            <a:ext cx="19050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3286125"/>
            <a:ext cx="238125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4781550"/>
            <a:ext cx="238125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1025" y="5619750"/>
            <a:ext cx="171450" cy="2000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81025" y="147637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Outfit"/>
              </a:rPr>
              <a:t>Engineering &amp; Workflow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6225" y="5064174"/>
            <a:ext cx="4019550" cy="552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5276" y="1241226"/>
            <a:ext cx="11581447" cy="962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u="none">
                <a:solidFill>
                  <a:srgbClr val="F8FAFC"/>
                </a:solidFill>
                <a:latin typeface="Outfit"/>
              </a:rPr>
              <a:t>60 days. 60 artifacts.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2431851"/>
            <a:ext cx="1102995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sz="2400" b="0" i="0" u="none">
                <a:solidFill>
                  <a:srgbClr val="CBD5E1"/>
                </a:solidFill>
                <a:latin typeface="Inter"/>
              </a:rPr>
              <a:t>One life-changing public portfolio.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490912"/>
            <a:ext cx="7620000" cy="1097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94A3B8"/>
                </a:solidFill>
                <a:latin typeface="Inter"/>
              </a:rPr>
              <a:t>Our redesign transforms a raw habit tracker into a proud visual portfolio, reducing onboarding friction and vastly increasing daily completion rates for students.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6750" y="5245149"/>
            <a:ext cx="238125" cy="190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466</Words>
  <Application>Microsoft Office PowerPoint</Application>
  <PresentationFormat>Widescreen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Inter</vt:lpstr>
      <vt:lpstr>Inter Medium</vt:lpstr>
      <vt:lpstr>Outfit</vt:lpstr>
      <vt:lpstr>Outfit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Anuj Kumar</cp:lastModifiedBy>
  <cp:revision>3</cp:revision>
  <dcterms:created xsi:type="dcterms:W3CDTF">2013-01-27T09:14:16Z</dcterms:created>
  <dcterms:modified xsi:type="dcterms:W3CDTF">2026-08-09T10:29:23Z</dcterms:modified>
  <cp:category/>
</cp:coreProperties>
</file>